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97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914400"/>
            <a:ext cx="2743200" cy="2743200"/>
          </a:xfrm>
          <a:prstGeom prst="ellipse">
            <a:avLst/>
          </a:prstGeom>
          <a:solidFill>
            <a:srgbClr val="3D2B8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69180"/>
            <a:ext cx="91440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6" name="Image 0" descr="/home/claud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PRIME8AGENCY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0C0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Infinite Growth · Intelligently Engineered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06324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Agency Portfolio  · 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86868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166420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17920" y="21396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B0E0"/>
                </a:solidFill>
              </a:rPr>
              <a:t>Curated Creators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223760" y="1645920"/>
            <a:ext cx="86868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23760" y="166420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5+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23760" y="21396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B0E0"/>
                </a:solidFill>
              </a:rPr>
              <a:t>Campaign Types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229600" y="1645920"/>
            <a:ext cx="86868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0" y="166420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D2C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0" y="21396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B0E0"/>
                </a:solidFill>
              </a:rPr>
              <a:t>Brand Focus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/home/claud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09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2880" y="2331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Modern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Creative Growth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Ecosystem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82880" y="374904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060A8"/>
                </a:solidFill>
              </a:rPr>
              <a:t>EST.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66160" y="4572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Prime8Agency is an AI-powered creative growth agency specialising in influencer marketing, UGC content, paid media, and digital experiences for Indian D2C brands.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55448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73736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9651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Creator Ecosystem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096512" y="1938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25+ curated nano &amp; micro creators across every niche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309360" y="155448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73736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971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Cinematic Editing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839712" y="1938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Short-form content crafted for retention and reach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566160" y="260604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78892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96512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Premium Branding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096512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Identity systems built for lasting cultural impact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309360" y="260604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78892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39712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Web Experiences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839712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Immersive digital environments built to convert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3566160" y="365760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384048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96512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UGC Systems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096512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Authentic content frameworks at scale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6309360" y="3657600"/>
            <a:ext cx="2560320" cy="86868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3840480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39712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Performance Creative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839712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Every asset engineered to drive measurable results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5EA7"/>
                </a:solidFill>
              </a:rPr>
              <a:t>Engineered for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0" y="1078992"/>
            <a:ext cx="1463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9047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27048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90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Influencer Marketing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Nano &amp; micro creator campaigns, outreach, negotiation &amp; full coordination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32588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9047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527048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490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UGC Content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Authentic user-generated content — sourcing, scripting, delivery &amp; usage rights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72200" y="132588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9047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27048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490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Instagram Growth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Profile optimisation, content planning, analytics &amp; full account management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310128"/>
            <a:ext cx="429768" cy="429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Content &amp; Reels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Reel editing, carousel design, monthly content packages &amp; brand consistency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46120" y="310896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27355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310128"/>
            <a:ext cx="429768" cy="4297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Meta Ads Management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Campaign setup, audience testing, retargeting &amp; weekly performance reports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72200" y="3108960"/>
            <a:ext cx="27249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09360" y="327355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310128"/>
            <a:ext cx="429768" cy="4297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Website Development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Landing pages, business sites &amp; eCommerce on Shopify / WooCommerce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A090C8"/>
                </a:solidFill>
              </a:rPr>
              <a:t>THE COLLECTIVE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25+ Curated Creators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1280160"/>
            <a:ext cx="21945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0C0F0"/>
                </a:solidFill>
              </a:rPr>
              <a:t>Nano &amp; Micro creators — curated, not assembled. Matched by niche, audience, and brand fit.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Beauty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205740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Skincare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85616" y="205740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Lifestyle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9824" y="205740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Fashion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14032" y="205740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Wellness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Fitness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21408" y="306324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3063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85616" y="306324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3063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UGC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9824" y="306324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3063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Business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14032" y="3063240"/>
            <a:ext cx="1508760" cy="68580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3063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 &amp; Tech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0" y="4160520"/>
            <a:ext cx="2560320" cy="685800"/>
          </a:xfrm>
          <a:prstGeom prst="rect">
            <a:avLst/>
          </a:prstGeom>
          <a:solidFill>
            <a:srgbClr val="3D2B8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0" y="4160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Nano Creators  </a:t>
            </a:r>
            <a:r>
              <a:rPr lang="en-US" sz="900" dirty="0">
                <a:solidFill>
                  <a:srgbClr val="C0B0E0"/>
                </a:solidFill>
              </a:rPr>
              <a:t>500 – 5K followers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4160520"/>
            <a:ext cx="2560320" cy="6858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0" y="4160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Micro Creators  </a:t>
            </a:r>
            <a:r>
              <a:rPr lang="en-US" sz="900" b="1" dirty="0">
                <a:solidFill>
                  <a:srgbClr val="C0B0E0"/>
                </a:solidFill>
              </a:rPr>
              <a:t>5</a:t>
            </a:r>
            <a:r>
              <a:rPr lang="en-US" sz="900" dirty="0">
                <a:solidFill>
                  <a:srgbClr val="C0B0E0"/>
                </a:solidFill>
              </a:rPr>
              <a:t>K – 15K followers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5EA7"/>
                </a:solidFill>
              </a:rPr>
              <a:t>A precision-engineered campaign process — from brief to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66160" y="1078992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2724912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Creator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Shortlisting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854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Niche, audience &amp; brand-fit matching from our curated 25+ network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724912" cy="1645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682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Brand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Briefing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21854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Clear brief, scripting guidance &amp; campaign objectives alignment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298448"/>
            <a:ext cx="2724912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682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Draft Review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Feedback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854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Content drafts reviewed against brand guidelines before posting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2724912" cy="1645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18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112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Content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Approval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014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Final approval on all deliverables — zero surprises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3127248"/>
            <a:ext cx="2724912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218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5112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Posting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Verification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4014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Confirmed live posts tracked with screenshots and links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3127248"/>
            <a:ext cx="2724912" cy="1645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218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5112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Tracking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Reporting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4014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</a:rPr>
              <a:t>Daily monitoring + weekly performance report with insights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30000"/>
            <a:ext cx="82296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Helvetica" pitchFamily="34" charset="0"/>
              </a:rPr>
              <a:t>Pricing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670000"/>
            <a:ext cx="8229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5EA7"/>
                </a:solidFill>
              </a:rPr>
              <a:t>Creator-led marketing campaigns built for ambitious brands and businesses.</a:t>
            </a:r>
          </a:p>
        </p:txBody>
      </p:sp>
      <p:sp>
        <p:nvSpPr>
          <p:cNvPr id="4" name="SubtitleBullets"/>
          <p:cNvSpPr/>
          <p:nvPr/>
        </p:nvSpPr>
        <p:spPr>
          <a:xfrm>
            <a:off x="457200" y="865000"/>
            <a:ext cx="82296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80C0"/>
                </a:solidFill>
              </a:rPr>
              <a:t>✓ Transparent pricing  ·  ✓ End-to-end campaign management</a:t>
            </a:r>
          </a:p>
        </p:txBody>
      </p:sp>
      <p:sp>
        <p:nvSpPr>
          <p:cNvPr id="5" name="Divider"/>
          <p:cNvSpPr/>
          <p:nvPr/>
        </p:nvSpPr>
        <p:spPr>
          <a:xfrm>
            <a:off x="3108960" y="1033241"/>
            <a:ext cx="2743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Card1BG"/>
          <p:cNvSpPr/>
          <p:nvPr/>
        </p:nvSpPr>
        <p:spPr>
          <a:xfrm>
            <a:off x="201168" y="1145000"/>
            <a:ext cx="2743200" cy="3720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Card1Title"/>
          <p:cNvSpPr/>
          <p:nvPr/>
        </p:nvSpPr>
        <p:spPr>
          <a:xfrm>
            <a:off x="292608" y="1230000"/>
            <a:ext cx="256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NANO CREATOR CAMPAIGN</a:t>
            </a:r>
          </a:p>
        </p:txBody>
      </p:sp>
      <p:sp>
        <p:nvSpPr>
          <p:cNvPr id="12" name="Card1Price"/>
          <p:cNvSpPr/>
          <p:nvPr/>
        </p:nvSpPr>
        <p:spPr>
          <a:xfrm>
            <a:off x="292608" y="1590000"/>
            <a:ext cx="25603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Helvetica" pitchFamily="34" charset="0"/>
              </a:rPr>
              <a:t>₹9,999</a:t>
            </a:r>
          </a:p>
        </p:txBody>
      </p:sp>
      <p:sp>
        <p:nvSpPr>
          <p:cNvPr id="13" name="Card1OneTime"/>
          <p:cNvSpPr/>
          <p:nvPr/>
        </p:nvSpPr>
        <p:spPr>
          <a:xfrm>
            <a:off x="292608" y="2060000"/>
            <a:ext cx="25603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B0E0"/>
                </a:solidFill>
              </a:rPr>
              <a:t>one-time</a:t>
            </a:r>
          </a:p>
        </p:txBody>
      </p:sp>
      <p:sp>
        <p:nvSpPr>
          <p:cNvPr id="14" name="Card1Divider"/>
          <p:cNvSpPr/>
          <p:nvPr/>
        </p:nvSpPr>
        <p:spPr>
          <a:xfrm>
            <a:off x="292608" y="2260000"/>
            <a:ext cx="2560320" cy="18288"/>
          </a:xfrm>
          <a:prstGeom prst="rect">
            <a:avLst/>
          </a:prstGeom>
          <a:solidFill>
            <a:srgbClr val="3D3D6A"/>
          </a:solidFill>
          <a:ln w="12700">
            <a:solidFill>
              <a:srgbClr val="3D3D6A"/>
            </a:solidFill>
            <a:prstDash val="solid"/>
          </a:ln>
        </p:spPr>
      </p:sp>
      <p:sp>
        <p:nvSpPr>
          <p:cNvPr id="15" name="C1F1"/>
          <p:cNvSpPr/>
          <p:nvPr/>
        </p:nvSpPr>
        <p:spPr>
          <a:xfrm>
            <a:off x="292608" y="229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Up to 5 Nano Creator Collaborations</a:t>
            </a:r>
          </a:p>
        </p:txBody>
      </p:sp>
      <p:sp>
        <p:nvSpPr>
          <p:cNvPr id="16" name="C1F2"/>
          <p:cNvSpPr/>
          <p:nvPr/>
        </p:nvSpPr>
        <p:spPr>
          <a:xfrm>
            <a:off x="292608" y="260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Creator Outreach &amp; Negotiation</a:t>
            </a:r>
          </a:p>
        </p:txBody>
      </p:sp>
      <p:sp>
        <p:nvSpPr>
          <p:cNvPr id="17" name="C1F3"/>
          <p:cNvSpPr/>
          <p:nvPr/>
        </p:nvSpPr>
        <p:spPr>
          <a:xfrm>
            <a:off x="292608" y="291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Campaign Coordination</a:t>
            </a:r>
          </a:p>
        </p:txBody>
      </p:sp>
      <p:sp>
        <p:nvSpPr>
          <p:cNvPr id="18" name="C1F4"/>
          <p:cNvSpPr/>
          <p:nvPr/>
        </p:nvSpPr>
        <p:spPr>
          <a:xfrm>
            <a:off x="292608" y="322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Content Tracking</a:t>
            </a:r>
          </a:p>
        </p:txBody>
      </p:sp>
      <p:sp>
        <p:nvSpPr>
          <p:cNvPr id="19" name="C1F5"/>
          <p:cNvSpPr/>
          <p:nvPr/>
        </p:nvSpPr>
        <p:spPr>
          <a:xfrm>
            <a:off x="292608" y="353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Campaign Performance Report</a:t>
            </a:r>
          </a:p>
        </p:txBody>
      </p:sp>
      <p:sp>
        <p:nvSpPr>
          <p:cNvPr id="20" name="C1F6"/>
          <p:cNvSpPr/>
          <p:nvPr/>
        </p:nvSpPr>
        <p:spPr>
          <a:xfrm>
            <a:off x="292608" y="3840000"/>
            <a:ext cx="25603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780" i="1" dirty="0">
                <a:solidFill>
                  <a:srgbClr val="C0B0E0"/>
                </a:solidFill>
              </a:rPr>
              <a:t>Ideal for product launches, gifting &amp; awareness</a:t>
            </a:r>
          </a:p>
        </p:txBody>
      </p:sp>
      <p:sp>
        <p:nvSpPr>
          <p:cNvPr id="30" name="Card2BG"/>
          <p:cNvSpPr/>
          <p:nvPr/>
        </p:nvSpPr>
        <p:spPr>
          <a:xfrm>
            <a:off x="3109728" y="1145000"/>
            <a:ext cx="2743200" cy="37200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Card2BadgeBG"/>
          <p:cNvSpPr/>
          <p:nvPr/>
        </p:nvSpPr>
        <p:spPr>
          <a:xfrm>
            <a:off x="3769566" y="1038000"/>
            <a:ext cx="1270000" cy="250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Card2BadgeText"/>
          <p:cNvSpPr/>
          <p:nvPr/>
        </p:nvSpPr>
        <p:spPr>
          <a:xfrm>
            <a:off x="3769566" y="1026288"/>
            <a:ext cx="127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POPULAR</a:t>
            </a:r>
          </a:p>
        </p:txBody>
      </p:sp>
      <p:sp>
        <p:nvSpPr>
          <p:cNvPr id="33" name="Card2Title"/>
          <p:cNvSpPr/>
          <p:nvPr/>
        </p:nvSpPr>
        <p:spPr>
          <a:xfrm>
            <a:off x="3200400" y="1230000"/>
            <a:ext cx="256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MICRO CREATOR CAMPAIGN</a:t>
            </a:r>
          </a:p>
        </p:txBody>
      </p:sp>
      <p:sp>
        <p:nvSpPr>
          <p:cNvPr id="34" name="Card2Price"/>
          <p:cNvSpPr/>
          <p:nvPr/>
        </p:nvSpPr>
        <p:spPr>
          <a:xfrm>
            <a:off x="3200400" y="1590000"/>
            <a:ext cx="25603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Helvetica" pitchFamily="34" charset="0"/>
              </a:rPr>
              <a:t>₹39,999</a:t>
            </a:r>
          </a:p>
        </p:txBody>
      </p:sp>
      <p:sp>
        <p:nvSpPr>
          <p:cNvPr id="35" name="Card2OneTime"/>
          <p:cNvSpPr/>
          <p:nvPr/>
        </p:nvSpPr>
        <p:spPr>
          <a:xfrm>
            <a:off x="3200400" y="2060000"/>
            <a:ext cx="25603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B0E0"/>
                </a:solidFill>
              </a:rPr>
              <a:t>one-time</a:t>
            </a:r>
          </a:p>
        </p:txBody>
      </p:sp>
      <p:sp>
        <p:nvSpPr>
          <p:cNvPr id="36" name="Card2Divider"/>
          <p:cNvSpPr/>
          <p:nvPr/>
        </p:nvSpPr>
        <p:spPr>
          <a:xfrm>
            <a:off x="3200400" y="2260000"/>
            <a:ext cx="2560320" cy="18288"/>
          </a:xfrm>
          <a:prstGeom prst="rect">
            <a:avLst/>
          </a:prstGeom>
          <a:solidFill>
            <a:srgbClr val="9070C0"/>
          </a:solidFill>
          <a:ln w="12700">
            <a:solidFill>
              <a:srgbClr val="9070C0"/>
            </a:solidFill>
            <a:prstDash val="solid"/>
          </a:ln>
        </p:spPr>
      </p:sp>
      <p:sp>
        <p:nvSpPr>
          <p:cNvPr id="37" name="C2F1"/>
          <p:cNvSpPr/>
          <p:nvPr/>
        </p:nvSpPr>
        <p:spPr>
          <a:xfrm>
            <a:off x="3200400" y="229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Up to 10 </a:t>
            </a:r>
            <a:r>
              <a:rPr lang="en-US" sz="850" dirty="0" err="1">
                <a:solidFill>
                  <a:srgbClr val="E0D8F0"/>
                </a:solidFill>
              </a:rPr>
              <a:t>Micro+Nano</a:t>
            </a:r>
            <a:r>
              <a:rPr lang="en-US" sz="850" dirty="0">
                <a:solidFill>
                  <a:srgbClr val="E0D8F0"/>
                </a:solidFill>
              </a:rPr>
              <a:t> Creator Collaborations</a:t>
            </a:r>
          </a:p>
        </p:txBody>
      </p:sp>
      <p:sp>
        <p:nvSpPr>
          <p:cNvPr id="38" name="C2F2"/>
          <p:cNvSpPr/>
          <p:nvPr/>
        </p:nvSpPr>
        <p:spPr>
          <a:xfrm>
            <a:off x="3200400" y="260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End-to-End Campaign Management</a:t>
            </a:r>
          </a:p>
        </p:txBody>
      </p:sp>
      <p:sp>
        <p:nvSpPr>
          <p:cNvPr id="39" name="C2F3"/>
          <p:cNvSpPr/>
          <p:nvPr/>
        </p:nvSpPr>
        <p:spPr>
          <a:xfrm>
            <a:off x="3200400" y="291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Content Review &amp; Approvals</a:t>
            </a:r>
          </a:p>
        </p:txBody>
      </p:sp>
      <p:sp>
        <p:nvSpPr>
          <p:cNvPr id="40" name="C2F4"/>
          <p:cNvSpPr/>
          <p:nvPr/>
        </p:nvSpPr>
        <p:spPr>
          <a:xfrm>
            <a:off x="3200400" y="322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Performance Tracking</a:t>
            </a:r>
          </a:p>
        </p:txBody>
      </p:sp>
      <p:sp>
        <p:nvSpPr>
          <p:cNvPr id="41" name="C2F5"/>
          <p:cNvSpPr/>
          <p:nvPr/>
        </p:nvSpPr>
        <p:spPr>
          <a:xfrm>
            <a:off x="3200400" y="353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Campaign Performance Report</a:t>
            </a:r>
          </a:p>
        </p:txBody>
      </p:sp>
      <p:sp>
        <p:nvSpPr>
          <p:cNvPr id="42" name="C2F6"/>
          <p:cNvSpPr/>
          <p:nvPr/>
        </p:nvSpPr>
        <p:spPr>
          <a:xfrm>
            <a:off x="3200400" y="3840000"/>
            <a:ext cx="25603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780" i="1" dirty="0">
                <a:solidFill>
                  <a:srgbClr val="C0B0E0"/>
                </a:solidFill>
              </a:rPr>
              <a:t>For D2C brands seeking reach &amp; engagement</a:t>
            </a:r>
          </a:p>
        </p:txBody>
      </p:sp>
      <p:sp>
        <p:nvSpPr>
          <p:cNvPr id="50" name="Card3BG"/>
          <p:cNvSpPr/>
          <p:nvPr/>
        </p:nvSpPr>
        <p:spPr>
          <a:xfrm>
            <a:off x="6018288" y="1145000"/>
            <a:ext cx="2743200" cy="3720000"/>
          </a:xfrm>
          <a:prstGeom prst="rect">
            <a:avLst/>
          </a:prstGeom>
          <a:solidFill>
            <a:srgbClr val="1A1A2E"/>
          </a:solidFill>
          <a:ln w="381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1" name="Card3BadgeBG"/>
          <p:cNvSpPr/>
          <p:nvPr/>
        </p:nvSpPr>
        <p:spPr>
          <a:xfrm>
            <a:off x="6714480" y="1026288"/>
            <a:ext cx="1370000" cy="25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52" name="Card3BadgeText"/>
          <p:cNvSpPr/>
          <p:nvPr/>
        </p:nvSpPr>
        <p:spPr>
          <a:xfrm>
            <a:off x="6677640" y="1020000"/>
            <a:ext cx="137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BEST VALUE</a:t>
            </a:r>
          </a:p>
        </p:txBody>
      </p:sp>
      <p:sp>
        <p:nvSpPr>
          <p:cNvPr id="53" name="Card3Title"/>
          <p:cNvSpPr/>
          <p:nvPr/>
        </p:nvSpPr>
        <p:spPr>
          <a:xfrm>
            <a:off x="6109488" y="1230000"/>
            <a:ext cx="256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SCALE CAMPAIGN</a:t>
            </a:r>
          </a:p>
        </p:txBody>
      </p:sp>
      <p:sp>
        <p:nvSpPr>
          <p:cNvPr id="54" name="Card3Price"/>
          <p:cNvSpPr/>
          <p:nvPr/>
        </p:nvSpPr>
        <p:spPr>
          <a:xfrm>
            <a:off x="6109488" y="1590000"/>
            <a:ext cx="25603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Helvetica" pitchFamily="34" charset="0"/>
              </a:rPr>
              <a:t>Custom Pricing</a:t>
            </a:r>
          </a:p>
        </p:txBody>
      </p:sp>
      <p:sp>
        <p:nvSpPr>
          <p:cNvPr id="55" name="Card3Label"/>
          <p:cNvSpPr/>
          <p:nvPr/>
        </p:nvSpPr>
        <p:spPr>
          <a:xfrm>
            <a:off x="6109488" y="2060000"/>
            <a:ext cx="256032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B0E0"/>
                </a:solidFill>
              </a:rPr>
              <a:t>tailored to your goals</a:t>
            </a:r>
          </a:p>
        </p:txBody>
      </p:sp>
      <p:sp>
        <p:nvSpPr>
          <p:cNvPr id="56" name="Card3Divider"/>
          <p:cNvSpPr/>
          <p:nvPr/>
        </p:nvSpPr>
        <p:spPr>
          <a:xfrm>
            <a:off x="6109488" y="2260000"/>
            <a:ext cx="256032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C3F1"/>
          <p:cNvSpPr/>
          <p:nvPr/>
        </p:nvSpPr>
        <p:spPr>
          <a:xfrm>
            <a:off x="6109488" y="229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Nano + Micro Creator Mix (</a:t>
            </a:r>
            <a:r>
              <a:rPr lang="en-US" sz="850" dirty="0" err="1">
                <a:solidFill>
                  <a:srgbClr val="E0D8F0"/>
                </a:solidFill>
              </a:rPr>
              <a:t>upto</a:t>
            </a:r>
            <a:r>
              <a:rPr lang="en-US" sz="850" dirty="0">
                <a:solidFill>
                  <a:srgbClr val="E0D8F0"/>
                </a:solidFill>
              </a:rPr>
              <a:t> 1M+)</a:t>
            </a:r>
          </a:p>
        </p:txBody>
      </p:sp>
      <p:sp>
        <p:nvSpPr>
          <p:cNvPr id="58" name="C3F2"/>
          <p:cNvSpPr/>
          <p:nvPr/>
        </p:nvSpPr>
        <p:spPr>
          <a:xfrm>
            <a:off x="6109488" y="260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Dedicated Campaign Management</a:t>
            </a:r>
          </a:p>
        </p:txBody>
      </p:sp>
      <p:sp>
        <p:nvSpPr>
          <p:cNvPr id="59" name="C3F3"/>
          <p:cNvSpPr/>
          <p:nvPr/>
        </p:nvSpPr>
        <p:spPr>
          <a:xfrm>
            <a:off x="6109488" y="291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UGC Collection &amp; Coordination</a:t>
            </a:r>
          </a:p>
        </p:txBody>
      </p:sp>
      <p:sp>
        <p:nvSpPr>
          <p:cNvPr id="60" name="C3F4"/>
          <p:cNvSpPr/>
          <p:nvPr/>
        </p:nvSpPr>
        <p:spPr>
          <a:xfrm>
            <a:off x="6109488" y="322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Multi-Phase Campaign Execution</a:t>
            </a:r>
          </a:p>
        </p:txBody>
      </p:sp>
      <p:sp>
        <p:nvSpPr>
          <p:cNvPr id="61" name="C3F5"/>
          <p:cNvSpPr/>
          <p:nvPr/>
        </p:nvSpPr>
        <p:spPr>
          <a:xfrm>
            <a:off x="6109488" y="3530000"/>
            <a:ext cx="25603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850" dirty="0">
                <a:solidFill>
                  <a:srgbClr val="E0D8F0"/>
                </a:solidFill>
              </a:rPr>
              <a:t>Weekly Performance Reporting</a:t>
            </a:r>
          </a:p>
        </p:txBody>
      </p:sp>
      <p:sp>
        <p:nvSpPr>
          <p:cNvPr id="62" name="C3F6"/>
          <p:cNvSpPr/>
          <p:nvPr/>
        </p:nvSpPr>
        <p:spPr>
          <a:xfrm>
            <a:off x="6109488" y="3840000"/>
            <a:ext cx="25603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✓  </a:t>
            </a:r>
            <a:r>
              <a:rPr lang="en-US" sz="780" i="1" dirty="0">
                <a:solidFill>
                  <a:srgbClr val="C0B0E0"/>
                </a:solidFill>
              </a:rPr>
              <a:t>Tailored creator strategy for brand goals</a:t>
            </a:r>
          </a:p>
        </p:txBody>
      </p:sp>
      <p:sp>
        <p:nvSpPr>
          <p:cNvPr id="70" name="Footer"/>
          <p:cNvSpPr/>
          <p:nvPr/>
        </p:nvSpPr>
        <p:spPr>
          <a:xfrm>
            <a:off x="274320" y="4890000"/>
            <a:ext cx="859536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9080C0"/>
                </a:solidFill>
              </a:rPr>
              <a:t>Need a larger campaign? Contact us and we’ll create a tailored creator marketing strategy based on your goals, niche, target audience, and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A090C8"/>
                </a:solidFill>
              </a:rPr>
              <a:t>WHY PRIME8AGENCY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Beyond Creativity. Built for Outcomes.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91840" y="1170432"/>
            <a:ext cx="25603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Full-Stack Creative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Strategy to production — one ecosystem, zero fragmentation or vendor chaos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37160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544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Creator-Led Systems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01568" y="2029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25+ authentic voices embedded in every campaign we build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08776" y="137160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5448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0568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AI-Powered Workflows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345936" y="2029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Automation systems for sourcing, communication &amp; campaign tracking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20040" y="306324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4612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1832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Performance DNA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37216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Every asset engineered for measurable engagement and conversion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264408" y="306324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461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8620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Startup-Friendly Pricing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401568" y="37216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Same execution as big agencies — lower overhead, better ROI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6208776" y="3063240"/>
            <a:ext cx="2743200" cy="1508760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24612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30568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Dedicated Management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345936" y="37216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B0E0"/>
                </a:solidFill>
              </a:rPr>
              <a:t>Daily campaign monitoring, approvals &amp; weekly reporting included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pic>
        <p:nvPicPr>
          <p:cNvPr id="5" name="Image 0" descr="/home/claud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3474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Build Something Great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194560" y="8961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90C8"/>
                </a:solidFill>
              </a:rPr>
              <a:t>Infinite Growth · Intelligently Engineered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94560" y="1280160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508760"/>
            <a:ext cx="8046720" cy="713232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618488"/>
            <a:ext cx="493776" cy="49377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65506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90C8"/>
                </a:solidFill>
              </a:rPr>
              <a:t>WhatsApp / Call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0432" y="1856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+91 70708 95336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50008"/>
            <a:ext cx="8046720" cy="713232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459736"/>
            <a:ext cx="493776" cy="49377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496312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90C8"/>
                </a:solidFill>
              </a:rPr>
              <a:t>Email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70432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business@prime8agency.site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91256"/>
            <a:ext cx="8046720" cy="713232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300984"/>
            <a:ext cx="493776" cy="49377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33756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90C8"/>
                </a:solidFill>
              </a:rPr>
              <a:t>Instagram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70432" y="3538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@prime8agency.site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032504"/>
            <a:ext cx="8046720" cy="713232"/>
          </a:xfrm>
          <a:prstGeom prst="rect">
            <a:avLst/>
          </a:prstGeom>
          <a:solidFill>
            <a:srgbClr val="2D1B69"/>
          </a:solidFill>
          <a:ln w="12700">
            <a:solidFill>
              <a:srgbClr val="3D2B8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4142232"/>
            <a:ext cx="493776" cy="49377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417880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90C8"/>
                </a:solidFill>
              </a:rPr>
              <a:t>Creator Portfolio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70432" y="4379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prime8agency.site/creators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627</Words>
  <Application>Microsoft Office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Sahil</cp:lastModifiedBy>
  <cp:revision>2</cp:revision>
  <dcterms:created xsi:type="dcterms:W3CDTF">2026-06-07T07:27:24Z</dcterms:created>
  <dcterms:modified xsi:type="dcterms:W3CDTF">2026-06-09T07:28:45Z</dcterms:modified>
</cp:coreProperties>
</file>